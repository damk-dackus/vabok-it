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Sessie 3: Planning maken met MoSCoW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Afstemmen en Plannen - Module Software Ontwikkeling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onderdeel - Overzicht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Wat is prioriteren?</a:t>
            </a:r>
          </a:p>
          <a:p>
            <a:pPr/>
            <a:r>
              <a:t>• Wat is de MoSCoW methode?</a:t>
            </a:r>
          </a:p>
          <a:p>
            <a:pPr/>
            <a:r>
              <a:t>• Hoe gebruik je MoSCoW?</a:t>
            </a:r>
          </a:p>
          <a:p>
            <a:pPr/>
            <a:r>
              <a:t>• Hoe maak je een planning?</a:t>
            </a:r>
          </a:p>
          <a:p>
            <a:pPr/>
            <a:r>
              <a:t>• Hoe schat je tijd in?</a:t>
            </a:r>
          </a:p>
          <a:p>
            <a:pPr/>
            <a:r>
              <a:t>• Hoe stem je een planning af met stakeholders?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Prioriteren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Bepalen wat eerst moet gebeuren</a:t>
            </a:r>
          </a:p>
          <a:p>
            <a:pPr/>
            <a:r>
              <a:t>• Niet alles tegelijk – focus op wat het belangrijkst is</a:t>
            </a:r>
          </a:p>
          <a:p>
            <a:pPr/>
            <a:r>
              <a:t>• Helpt bij realistische planning en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MoSCoW methode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Must have: Moet absoluut – zonder dit is het project geen succes</a:t>
            </a:r>
          </a:p>
          <a:p>
            <a:pPr/>
            <a:r>
              <a:t>• Should have: Zou moeten – belangrijk maar niet kritisch</a:t>
            </a:r>
          </a:p>
          <a:p>
            <a:pPr/>
            <a:r>
              <a:t>• Could have: Zou kunnen – nice-to-have als er tijd is</a:t>
            </a:r>
          </a:p>
          <a:p>
            <a:pPr/>
            <a:r>
              <a:t>• Won't have: Gaat nu niet – bewust uit scope voor 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maken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Must have user stories eerst in de planning</a:t>
            </a:r>
          </a:p>
          <a:p>
            <a:pPr/>
            <a:r>
              <a:t>• Daarna Should have, dan Could have</a:t>
            </a:r>
          </a:p>
          <a:p>
            <a:pPr/>
            <a:r>
              <a:t>• Houd rekening met afhankelijkheden</a:t>
            </a:r>
          </a:p>
          <a:p>
            <a:pPr/>
            <a:r>
              <a:t>• Maak de planning realistisch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Tijd inschatten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Per user story: hoeveel tijd kost het?</a:t>
            </a:r>
          </a:p>
          <a:p>
            <a:pPr/>
            <a:r>
              <a:t>• Denk aan uren, dagen of weken</a:t>
            </a:r>
          </a:p>
          <a:p>
            <a:pPr/>
            <a:r>
              <a:t>• Houd rekening met complexiteit</a:t>
            </a:r>
          </a:p>
          <a:p>
            <a:pPr/>
            <a:r>
              <a:t>• Voeg buffer toe voor onverwachte zaken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Afstemmen met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Laat planning zien aan opdrachtgever</a:t>
            </a:r>
          </a:p>
          <a:p>
            <a:pPr/>
            <a:r>
              <a:t>• Vraag of prioriteiten kloppen</a:t>
            </a:r>
          </a:p>
          <a:p>
            <a:pPr/>
            <a:r>
              <a:t>• Vraag of planning realistisch is</a:t>
            </a:r>
          </a:p>
          <a:p>
            <a:pPr/>
            <a:r>
              <a:t>• Pas aan waar nodig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Opdracht deze sessie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Prioriteer user stories met MoSCoW</a:t>
            </a:r>
          </a:p>
          <a:p>
            <a:pPr/>
            <a:r>
              <a:t>• Schat tijd in per user story</a:t>
            </a:r>
          </a:p>
          <a:p>
            <a:pPr/>
            <a:r>
              <a:t>• Maak een planning (2-3 pagina's)</a:t>
            </a:r>
          </a:p>
          <a:p>
            <a:pPr/>
            <a:r>
              <a:t>• Stem af met stakeholders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cursus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Project Planning: Putting It All Together</a:t>
            </a:r>
          </a:p>
          <a:p>
            <a:pPr/>
            <a:r>
              <a:t>• LinkedIn Learning</a:t>
            </a:r>
          </a:p>
          <a:p>
            <a:pPr/>
            <a:r>
              <a:t>• Complete planning, tijd inschatten, afhankelijkheden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Vragen?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 de volgende sessie!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