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Sessie 4: Ontwerpen met schema's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Afstemmen en Plannen - Module Software Ontwikkeling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onderdeel -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Wat is een ontwerp?</a:t>
            </a:r>
          </a:p>
          <a:p>
            <a:pPr/>
            <a:r>
              <a:t>• Welke schema-technieken zijn er?</a:t>
            </a:r>
          </a:p>
          <a:p>
            <a:pPr/>
            <a:r>
              <a:t>• Data design: ERD, class diagram, normalisatie</a:t>
            </a:r>
          </a:p>
          <a:p>
            <a:pPr/>
            <a:r>
              <a:t>• User interface design: use case, wireframes, mock-ups</a:t>
            </a:r>
          </a:p>
          <a:p>
            <a:pPr/>
            <a:r>
              <a:t>• Program logic design: activity diagram, flowchart</a:t>
            </a:r>
          </a:p>
          <a:p>
            <a:pPr/>
            <a:r>
              <a:t>• AVG (GDPR) en OWASP top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ERD (Entity Relationship Diagram): datamodel</a:t>
            </a:r>
          </a:p>
          <a:p>
            <a:pPr/>
            <a:r>
              <a:t>• Class diagram: objectgeoriënteerd ontwerp</a:t>
            </a:r>
          </a:p>
          <a:p>
            <a:pPr/>
            <a:r>
              <a:t>• Normalisatie: database optimalisatie</a:t>
            </a:r>
          </a:p>
          <a:p>
            <a:pPr/>
            <a:r>
              <a:t>• Vraag: welke tabellen/klassen en relaties?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Use case diagram: welke acties kan de gebruiker doen?</a:t>
            </a:r>
          </a:p>
          <a:p>
            <a:pPr/>
            <a:r>
              <a:t>• Wireframes: schets van schermen</a:t>
            </a:r>
          </a:p>
          <a:p>
            <a:pPr/>
            <a:r>
              <a:t>• Mock-ups: gedetailleerd visueel ontwerp</a:t>
            </a:r>
          </a:p>
          <a:p>
            <a:pPr/>
            <a:r>
              <a:t>• Vraag: welke schermen en navigatie?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logic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Activity diagram: procesflow</a:t>
            </a:r>
          </a:p>
          <a:p>
            <a:pPr/>
            <a:r>
              <a:t>• Flowchart: logische stappen</a:t>
            </a:r>
          </a:p>
          <a:p>
            <a:pPr/>
            <a:r>
              <a:t>• Vraag: welke stappen in welke volgorde?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AVG (GDPR) –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Toestemming vragen voor gegevensverzameling</a:t>
            </a:r>
          </a:p>
          <a:p>
            <a:pPr/>
            <a:r>
              <a:t>• Gegevens beveiligen</a:t>
            </a:r>
          </a:p>
          <a:p>
            <a:pPr/>
            <a:r>
              <a:t>• Gebruikersrechten: inzage, correctie, verwijdering</a:t>
            </a:r>
          </a:p>
          <a:p>
            <a:pPr/>
            <a:r>
              <a:t>• Ontwerp moet AVG-compliant zijn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 – Veiligheid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Injectie aanvallen (SQL, etc.)</a:t>
            </a:r>
          </a:p>
          <a:p>
            <a:pPr/>
            <a:r>
              <a:t>• Authenticatie problemen</a:t>
            </a:r>
          </a:p>
          <a:p>
            <a:pPr/>
            <a:r>
              <a:t>• Gevoelige data blootstelling</a:t>
            </a:r>
          </a:p>
          <a:p>
            <a:pPr/>
            <a:r>
              <a:t>• Ontwerp moet veiligheidsrisico's adresseren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 deze sessie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Minimaal 3 schema's: data, UI, program logic</a:t>
            </a:r>
          </a:p>
          <a:p>
            <a:pPr/>
            <a:r>
              <a:t>• Onderbouw ontwerpkeuzes</a:t>
            </a:r>
          </a:p>
          <a:p>
            <a:pPr/>
            <a:r>
              <a:t>• Beschrijf AVG en OWASP compliance</a:t>
            </a:r>
          </a:p>
          <a:p>
            <a:pPr/>
            <a:r>
              <a:t>• Ontwerp document (min. 3 pagina's)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cursus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UML Foundations</a:t>
            </a:r>
          </a:p>
          <a:p>
            <a:pPr/>
            <a:r>
              <a:t>• LinkedIn Learning</a:t>
            </a:r>
          </a:p>
          <a:p>
            <a:pPr/>
            <a:r>
              <a:t>• Basis van UML en diagrammen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Vragen?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 de volgende sessie!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