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Sessie 2: User stories en backlog maken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Afstemmen en Plannen - Module Software Ontwikkeling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onderdeel - Overzicht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Wat zijn user stories?</a:t>
            </a:r>
          </a:p>
          <a:p>
            <a:pPr/>
            <a:r>
              <a:t>• Hoe formuleer je een goede user story?</a:t>
            </a:r>
          </a:p>
          <a:p>
            <a:pPr/>
            <a:r>
              <a:t>• Wat is een backlog?</a:t>
            </a:r>
          </a:p>
          <a:p>
            <a:pPr/>
            <a:r>
              <a:t>• Wat is een definition of done?</a:t>
            </a:r>
          </a:p>
          <a:p>
            <a:pPr/>
            <a:r>
              <a:t>• Hoe maak je een backlog?</a:t>
            </a:r>
          </a:p>
          <a:p>
            <a:pPr/>
            <a:r>
              <a:t>• Voorbeelden van goede user stories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Wat zijn user stories?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Korte beschrijving van een functionaliteit vanuit gebruikersperspectief</a:t>
            </a:r>
          </a:p>
          <a:p>
            <a:pPr/>
            <a:r>
              <a:t>• Format: 'Als [rol] wil ik [functionaliteit] zodat [voordeel]'</a:t>
            </a:r>
          </a:p>
          <a:p>
            <a:pPr/>
            <a:r>
              <a:t>• Vertaling van eisen naar implementeerbare items</a:t>
            </a:r>
          </a:p>
          <a:p>
            <a:pPr/>
            <a:r>
              <a:t>• Basis voor de backlog en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Een goede user story bevat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Wie: welke gebruiker/rol?</a:t>
            </a:r>
          </a:p>
          <a:p>
            <a:pPr/>
            <a:r>
              <a:t>• Wat: welke functionaliteit?</a:t>
            </a:r>
          </a:p>
          <a:p>
            <a:pPr/>
            <a:r>
              <a:t>• Waarom: welk voordeel of doel?</a:t>
            </a:r>
          </a:p>
          <a:p>
            <a:pPr/>
            <a:r>
              <a:t>• Realistisch en testbaar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Backlog en Definition of Done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Backlog: geordende lijst van alle user stories</a:t>
            </a:r>
          </a:p>
          <a:p>
            <a:pPr/>
            <a:r>
              <a:t>• Definition of Done: wanneer is een user story 'klaar'?</a:t>
            </a:r>
          </a:p>
          <a:p>
            <a:pPr/>
            <a:r>
              <a:t>• DoD zorgt voor kwaliteitsstandaarden</a:t>
            </a:r>
          </a:p>
          <a:p>
            <a:pPr/>
            <a:r>
              <a:t>• Afstemmen met stakeholders is belangrijk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PvE naar SRS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Programma van eisen → Software Requirement Specification</a:t>
            </a:r>
          </a:p>
          <a:p>
            <a:pPr/>
            <a:r>
              <a:t>• PvE is business-gericht, SRS is technisch</a:t>
            </a:r>
          </a:p>
          <a:p>
            <a:pPr/>
            <a:r>
              <a:t>• Functionele eisen (FE) en niet-functionele eisen (NFE)</a:t>
            </a:r>
          </a:p>
          <a:p>
            <a:pPr/>
            <a:r>
              <a:t>• Meetbaar en testbaar formuleren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Opdracht deze sessie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Zet programma van eisen om naar SRS</a:t>
            </a:r>
          </a:p>
          <a:p>
            <a:pPr/>
            <a:r>
              <a:t>• Minimaal 10 functionele eisen (genummerd)</a:t>
            </a:r>
          </a:p>
          <a:p>
            <a:pPr/>
            <a:r>
              <a:t>• Minimaal 5 niet-functionele eisen</a:t>
            </a:r>
          </a:p>
          <a:p>
            <a:pPr/>
            <a:r>
              <a:t>• Kort reflectieverslag (1 pagina)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Online cursus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Applying Agile MoSCoW Prioritization</a:t>
            </a:r>
          </a:p>
          <a:p>
            <a:pPr/>
            <a:r>
              <a:t>• LinkedIn Learning</a:t>
            </a:r>
          </a:p>
          <a:p>
            <a:pPr/>
            <a:r>
              <a:t>• MoSCoW: Must have, Should have, Could have, Won't have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Vragen?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Tot de volgende sessie!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