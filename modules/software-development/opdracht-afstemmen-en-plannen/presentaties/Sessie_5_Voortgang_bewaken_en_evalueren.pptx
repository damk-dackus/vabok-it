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Sessie 5: Voortgang bewaken en evalueren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Afstemmen en Plannen - Module Software Ontwikkeling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onderdeel - Overzicht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Waarom is voortgang bewaken belangrijk?</a:t>
            </a:r>
          </a:p>
          <a:p>
            <a:pPr/>
            <a:r>
              <a:t>• Hoe monitor je voortgang?</a:t>
            </a:r>
          </a:p>
          <a:p>
            <a:pPr/>
            <a:r>
              <a:t>• Hoe controleer je of alles volgens planning verloopt?</a:t>
            </a:r>
          </a:p>
          <a:p>
            <a:pPr/>
            <a:r>
              <a:t>• Hoe bewaak je prioriteiten?</a:t>
            </a:r>
          </a:p>
          <a:p>
            <a:pPr/>
            <a:r>
              <a:t>• Hoe documenteer je afwijkingen?</a:t>
            </a:r>
          </a:p>
          <a:p>
            <a:pPr/>
            <a:r>
              <a:t>• Hoe maak je een evaluatierapport?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Waarom voortgang bewaken?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Zicht op of je op schema ligt</a:t>
            </a:r>
          </a:p>
          <a:p>
            <a:pPr/>
            <a:r>
              <a:t>• Vroegtijdig problemen signaleren</a:t>
            </a:r>
          </a:p>
          <a:p>
            <a:pPr/>
            <a:r>
              <a:t>• Keuzes maken bij vertraging</a:t>
            </a:r>
          </a:p>
          <a:p>
            <a:pPr/>
            <a:r>
              <a:t>• Stakeholders informeren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Voortgang monitoren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Welke user stories zijn afgerond?</a:t>
            </a:r>
          </a:p>
          <a:p>
            <a:pPr/>
            <a:r>
              <a:t>• Welke zijn bezig?</a:t>
            </a:r>
          </a:p>
          <a:p>
            <a:pPr/>
            <a:r>
              <a:t>• Welke moeten nog beginnen?</a:t>
            </a:r>
          </a:p>
          <a:p>
            <a:pPr/>
            <a:r>
              <a:t>• Noteer de status van elke user 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controleren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Vergelijk werkelijke voortgang met planning</a:t>
            </a:r>
          </a:p>
          <a:p>
            <a:pPr/>
            <a:r>
              <a:t>• Op schema, voor of achter?</a:t>
            </a:r>
          </a:p>
          <a:p>
            <a:pPr/>
            <a:r>
              <a:t>• Noteer wat je ziet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Prioriteiten bewaren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Must have eerst afgerond?</a:t>
            </a:r>
          </a:p>
          <a:p>
            <a:pPr/>
            <a:r>
              <a:t>• Geen lagere prioriteiten als Must have nog open staat</a:t>
            </a:r>
          </a:p>
          <a:p>
            <a:pPr/>
            <a:r>
              <a:t>• Documenteer of prioriteiten kloppen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Afwijkingen documenteren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Wat is er anders dan gepland?</a:t>
            </a:r>
          </a:p>
          <a:p>
            <a:pPr/>
            <a:r>
              <a:t>• Waarom is de afwijking ontstaan?</a:t>
            </a:r>
          </a:p>
          <a:p>
            <a:pPr/>
            <a:r>
              <a:t>• Wat is de impact op de planning?</a:t>
            </a:r>
          </a:p>
          <a:p>
            <a:pPr/>
            <a:r>
              <a:t>• Wat ga je doen om het op te lossen?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Evaluatierapport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Inleiding: project en doel</a:t>
            </a:r>
          </a:p>
          <a:p>
            <a:pPr/>
            <a:r>
              <a:t>• Voortgang: status van het project</a:t>
            </a:r>
          </a:p>
          <a:p>
            <a:pPr/>
            <a:r>
              <a:t>• Planning: verloopt alles volgens plan?</a:t>
            </a:r>
          </a:p>
          <a:p>
            <a:pPr/>
            <a:r>
              <a:t>• Prioriteiten: goed bewaakt?</a:t>
            </a:r>
          </a:p>
          <a:p>
            <a:pPr/>
            <a:r>
              <a:t>• Afwijkingen en keuzes</a:t>
            </a:r>
          </a:p>
          <a:p>
            <a:pPr/>
            <a:r>
              <a:t>• Conclusie: wat heb je geleerd?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Opdracht deze sessie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Bewaak de voortgang van je project</a:t>
            </a:r>
          </a:p>
          <a:p>
            <a:pPr/>
            <a:r>
              <a:t>• Documenteer afwijkingen</a:t>
            </a:r>
          </a:p>
          <a:p>
            <a:pPr/>
            <a:r>
              <a:t>• Maak een evaluatierapport (2-3 pagina's)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cursus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Agile Project Management with Jira</a:t>
            </a:r>
          </a:p>
          <a:p>
            <a:pPr/>
            <a:r>
              <a:t>• LinkedIn Learning</a:t>
            </a:r>
          </a:p>
          <a:p>
            <a:pPr/>
            <a:r>
              <a:t>• Projecten plannen en voortgang bewaken met Jira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Afsluiting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Portfolio examen met echte klant – succes!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