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Sessie 1: Kennismaking en wensen/eisen verzamelen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Afstemmen en Plannen - Module Software Ontwikkeling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 onderdeel - Overzicht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• Kennismaking met elkaar</a:t>
            </a:r>
          </a:p>
          <a:p>
            <a:pPr/>
            <a:r>
              <a:t>• Wat is projectopstart?</a:t>
            </a:r>
          </a:p>
          <a:p>
            <a:pPr/>
            <a:r>
              <a:t>• Wat zijn wensen en eisen?</a:t>
            </a:r>
          </a:p>
          <a:p>
            <a:pPr/>
            <a:r>
              <a:t>• Hoe verzamel je wensen en eisen?</a:t>
            </a:r>
          </a:p>
          <a:p>
            <a:pPr/>
            <a:r>
              <a:t>• Wat zijn technische uitgangspunten?</a:t>
            </a:r>
          </a:p>
          <a:p>
            <a:pPr/>
            <a:r>
              <a:t>• Wat is een programma van eisen?</a:t>
            </a:r>
          </a:p>
          <a:p>
            <a:pPr/>
            <a:r>
              <a:t>• Overzicht van de opleiding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Wat is projectopstart?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• Het starten van een softwareproject met een duidelijke basis</a:t>
            </a:r>
          </a:p>
          <a:p>
            <a:pPr/>
            <a:r>
              <a:t>• Doel: begrijpen wat er gebouwd moet worden</a:t>
            </a:r>
          </a:p>
          <a:p>
            <a:pPr/>
            <a:r>
              <a:t>• Belangrijke eerste stap voordat je gaat ontwikkelen</a:t>
            </a:r>
          </a:p>
          <a:p>
            <a:pPr/>
            <a:r>
              <a:t>• Zonder goede opstart loopt een project snel vast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Wensen vs. eisen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• Eisen: wat MOET het systeem kunnen (verplicht)</a:t>
            </a:r>
          </a:p>
          <a:p>
            <a:pPr/>
            <a:r>
              <a:t>• Wensen: wat ZOU MOOI zijn om te hebben (optioneel)</a:t>
            </a:r>
          </a:p>
          <a:p>
            <a:pPr/>
            <a:r>
              <a:t>• Functionele eisen: wat moet de software kunnen?</a:t>
            </a:r>
          </a:p>
          <a:p>
            <a:pPr/>
            <a:r>
              <a:t>• Niet-functionele eisen: hoe moet de software werken? (snelheid, veiligheid, etc.)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Hoe verzamel je wensen en eisen?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• Spreek met de opdrachtgever en stakeholders</a:t>
            </a:r>
          </a:p>
          <a:p>
            <a:pPr/>
            <a:r>
              <a:t>• Vraag door als iets niet duidelijk is</a:t>
            </a:r>
          </a:p>
          <a:p>
            <a:pPr/>
            <a:r>
              <a:t>• Noteer alles zorgvuldig</a:t>
            </a:r>
          </a:p>
          <a:p>
            <a:pPr/>
            <a:r>
              <a:t>• Gebruik het programma van eisen als documentatie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Technische uitgangspunten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• Technieken: programmeertaal, framework, database</a:t>
            </a:r>
          </a:p>
          <a:p>
            <a:pPr/>
            <a:r>
              <a:t>• Code conventies</a:t>
            </a:r>
          </a:p>
          <a:p>
            <a:pPr/>
            <a:r>
              <a:t>• Tools die je gaat gebruiken</a:t>
            </a:r>
          </a:p>
          <a:p>
            <a:pPr/>
            <a:r>
              <a:t>• Documenteer alle keuzes en de motivatie ervoor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Programma van eisen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• Projectbeschrijving en doel</a:t>
            </a:r>
          </a:p>
          <a:p>
            <a:pPr/>
            <a:r>
              <a:t>• Uitgangspunten</a:t>
            </a:r>
          </a:p>
          <a:p>
            <a:pPr/>
            <a:r>
              <a:t>• Technische uitgangspunten</a:t>
            </a:r>
          </a:p>
          <a:p>
            <a:pPr/>
            <a:r>
              <a:t>• Functionele eisen</a:t>
            </a:r>
          </a:p>
          <a:p>
            <a:pPr/>
            <a:r>
              <a:t>• Niet-functionele eisen</a:t>
            </a:r>
          </a:p>
          <a:p>
            <a:pPr/>
            <a:r>
              <a:t>• Wensen (nice-to-have)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Opdracht deze sessie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• Verzamel wensen en eisen voor je project</a:t>
            </a:r>
          </a:p>
          <a:p>
            <a:pPr/>
            <a:r>
              <a:t>• Maak een programma van eisen (2-3 pagina's)</a:t>
            </a:r>
          </a:p>
          <a:p>
            <a:pPr/>
            <a:r>
              <a:t>• Stem af met de opdrachtgever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 cursus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• Project Management Foundations</a:t>
            </a:r>
          </a:p>
          <a:p>
            <a:pPr/>
            <a:r>
              <a:t>• LinkedIn Learning</a:t>
            </a:r>
          </a:p>
          <a:p>
            <a:pPr/>
            <a:r>
              <a:t>• Basis van projectmanagement en projectopstart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Vragen?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Tot de volgende sessie!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